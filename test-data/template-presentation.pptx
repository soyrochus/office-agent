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y="5143500" cx="9144000"/>
  <p:notesSz cx="6858000" cy="9144000"/>
  <p:embeddedFontLst>
    <p:embeddedFont>
      <p:font typeface="Roboto"/>
      <p:regular r:id="rId16"/>
      <p:bold r:id="rId17"/>
      <p:italic r:id="rId18"/>
      <p:boldItalic r:id="rId1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font" Target="fonts/Roboto-bold.fntdata"/><Relationship Id="rId16" Type="http://schemas.openxmlformats.org/officeDocument/2006/relationships/font" Target="fonts/Roboto-regular.fntdata"/><Relationship Id="rId5" Type="http://schemas.openxmlformats.org/officeDocument/2006/relationships/notesMaster" Target="notesMasters/notesMaster1.xml"/><Relationship Id="rId19" Type="http://schemas.openxmlformats.org/officeDocument/2006/relationships/font" Target="fonts/Roboto-boldItalic.fntdata"/><Relationship Id="rId6" Type="http://schemas.openxmlformats.org/officeDocument/2006/relationships/slide" Target="slides/slide1.xml"/><Relationship Id="rId18" Type="http://schemas.openxmlformats.org/officeDocument/2006/relationships/font" Target="fonts/Roboto-italic.fntdata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100"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 sz="1100"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gc6f73a04f_0_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5" name="Google Shape;65;gc6f73a04f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c6f73a04f_0_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1" name="Google Shape;71;gc6f73a04f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c6f73a04f_0_9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c6f73a04f_0_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c6f73a04f_0_14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c6f73a04f_0_1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gc6f73a04f_0_2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9" name="Google Shape;89;gc6f73a04f_0_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gc6f73a04f_0_25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5" name="Google Shape;95;gc6f73a04f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gc6f73a04f_0_30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1" name="Google Shape;101;gc6f73a04f_0_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gc6f73a04f_0_3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8" name="Google Shape;108;gc6f73a04f_0_3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gc6f73a04f_0_42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5" name="Google Shape;115;gc6f73a04f_0_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c6f73a04f_0_46:notes"/>
          <p:cNvSpPr/>
          <p:nvPr>
            <p:ph idx="2" type="sldImg"/>
          </p:nvPr>
        </p:nvSpPr>
        <p:spPr>
          <a:xfrm>
            <a:off x="381188" y="685800"/>
            <a:ext cx="6096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c6f73a04f_0_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/>
          <p:nvPr/>
        </p:nvSpPr>
        <p:spPr>
          <a:xfrm flipH="1">
            <a:off x="8246400" y="4245925"/>
            <a:ext cx="897600" cy="897600"/>
          </a:xfrm>
          <a:prstGeom prst="rtTriangle">
            <a:avLst/>
          </a:prstGeom>
          <a:solidFill>
            <a:schemeClr val="lt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" name="Google Shape;11;p2"/>
          <p:cNvSpPr/>
          <p:nvPr/>
        </p:nvSpPr>
        <p:spPr>
          <a:xfrm flipH="1">
            <a:off x="8246400" y="4245875"/>
            <a:ext cx="897600" cy="897600"/>
          </a:xfrm>
          <a:prstGeom prst="round1Rect">
            <a:avLst>
              <a:gd fmla="val 16667" name="adj"/>
            </a:avLst>
          </a:prstGeom>
          <a:solidFill>
            <a:schemeClr val="lt1">
              <a:alpha val="68080"/>
            </a:schemeClr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2pPr>
            <a:lvl3pPr lvl="2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3pPr>
            <a:lvl4pPr lvl="3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4pPr>
            <a:lvl5pPr lvl="4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5pPr>
            <a:lvl6pPr lvl="5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6pPr>
            <a:lvl7pPr lvl="6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7pPr>
            <a:lvl8pPr lvl="7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8pPr>
            <a:lvl9pPr lvl="8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18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17" name="Google Shape;17;p3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8" name="Shape 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Google Shape;19;p4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0" name="Google Shape;20;p4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" name="Google Shape;21;p4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2" name="Google Shape;22;p4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5"/>
          <p:cNvSpPr/>
          <p:nvPr/>
        </p:nvSpPr>
        <p:spPr>
          <a:xfrm flipH="1" rot="10800000">
            <a:off x="0" y="1686000"/>
            <a:ext cx="9144000" cy="3457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6" name="Google Shape;26;p5"/>
          <p:cNvSpPr/>
          <p:nvPr/>
        </p:nvSpPr>
        <p:spPr>
          <a:xfrm>
            <a:off x="0" y="168600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200"/>
              <a:buNone/>
              <a:defRPr/>
            </a:lvl9pPr>
          </a:lstStyle>
          <a:p/>
        </p:txBody>
      </p:sp>
      <p:sp>
        <p:nvSpPr>
          <p:cNvPr id="28" name="Google Shape;28;p5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9" name="Google Shape;29;p5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/>
          <p:nvPr/>
        </p:nvSpPr>
        <p:spPr>
          <a:xfrm flipH="1" rot="10800000">
            <a:off x="0" y="656400"/>
            <a:ext cx="9144000" cy="44871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3" name="Google Shape;33;p6"/>
          <p:cNvSpPr/>
          <p:nvPr/>
        </p:nvSpPr>
        <p:spPr>
          <a:xfrm>
            <a:off x="0" y="656350"/>
            <a:ext cx="91440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4" name="Google Shape;34;p6"/>
          <p:cNvSpPr txBox="1"/>
          <p:nvPr>
            <p:ph type="title"/>
          </p:nvPr>
        </p:nvSpPr>
        <p:spPr>
          <a:xfrm>
            <a:off x="98250" y="16350"/>
            <a:ext cx="8826600" cy="602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1pPr>
            <a:lvl2pPr lvl="1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/>
        </p:txBody>
      </p:sp>
      <p:sp>
        <p:nvSpPr>
          <p:cNvPr id="35" name="Google Shape;35;p6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7"/>
          <p:cNvSpPr txBox="1"/>
          <p:nvPr/>
        </p:nvSpPr>
        <p:spPr>
          <a:xfrm flipH="1" rot="10800000">
            <a:off x="3276600" y="25"/>
            <a:ext cx="58674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8" name="Google Shape;38;p7"/>
          <p:cNvSpPr/>
          <p:nvPr/>
        </p:nvSpPr>
        <p:spPr>
          <a:xfrm rot="-5400000">
            <a:off x="759150" y="2517450"/>
            <a:ext cx="51435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9" name="Google Shape;39;p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1pPr>
            <a:lvl2pPr indent="-3048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2pPr>
            <a:lvl3pPr indent="-3048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3pPr>
            <a:lvl4pPr indent="-3048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4pPr>
            <a:lvl5pPr indent="-3048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5pPr>
            <a:lvl6pPr indent="-3048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6pPr>
            <a:lvl7pPr indent="-3048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●"/>
              <a:defRPr sz="1200">
                <a:solidFill>
                  <a:schemeClr val="lt1"/>
                </a:solidFill>
              </a:defRPr>
            </a:lvl7pPr>
            <a:lvl8pPr indent="-3048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200"/>
              <a:buChar char="○"/>
              <a:defRPr sz="1200">
                <a:solidFill>
                  <a:schemeClr val="lt1"/>
                </a:solidFill>
              </a:defRPr>
            </a:lvl8pPr>
            <a:lvl9pPr indent="-3048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200"/>
              <a:buChar char="■"/>
              <a:defRPr sz="12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1pPr>
            <a:lvl2pPr lvl="1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2pPr>
            <a:lvl3pPr lvl="2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3pPr>
            <a:lvl4pPr lvl="3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4pPr>
            <a:lvl5pPr lvl="4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5pPr>
            <a:lvl6pPr lvl="5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6pPr>
            <a:lvl7pPr lvl="6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7pPr>
            <a:lvl8pPr lvl="7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8pPr>
            <a:lvl9pPr lvl="8">
              <a:spcBef>
                <a:spcPts val="0"/>
              </a:spcBef>
              <a:spcAft>
                <a:spcPts val="0"/>
              </a:spcAft>
              <a:buSzPts val="6000"/>
              <a:buNone/>
              <a:defRPr sz="6000"/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 flipH="1">
            <a:off x="0" y="0"/>
            <a:ext cx="4572000" cy="51435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7" name="Google Shape;47;p9"/>
          <p:cNvSpPr/>
          <p:nvPr/>
        </p:nvSpPr>
        <p:spPr>
          <a:xfrm rot="5400000">
            <a:off x="1946425" y="2517750"/>
            <a:ext cx="5142900" cy="1086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4200"/>
              <a:buNone/>
              <a:defRPr sz="42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160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1600"/>
              </a:spcBef>
              <a:spcAft>
                <a:spcPts val="160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/>
        </p:nvSpPr>
        <p:spPr>
          <a:xfrm flipH="1" rot="10800000">
            <a:off x="0" y="0"/>
            <a:ext cx="9144000" cy="4695900"/>
          </a:xfrm>
          <a:prstGeom prst="rect">
            <a:avLst/>
          </a:prstGeom>
          <a:solidFill>
            <a:schemeClr val="accent4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4" name="Google Shape;54;p10"/>
          <p:cNvSpPr/>
          <p:nvPr/>
        </p:nvSpPr>
        <p:spPr>
          <a:xfrm flipH="1" rot="10800000">
            <a:off x="0" y="4622725"/>
            <a:ext cx="9144000" cy="74100"/>
          </a:xfrm>
          <a:prstGeom prst="rect">
            <a:avLst/>
          </a:prstGeom>
          <a:gradFill>
            <a:gsLst>
              <a:gs pos="0">
                <a:srgbClr val="F9F9F9"/>
              </a:gs>
              <a:gs pos="36000">
                <a:srgbClr val="F9F9F9"/>
              </a:gs>
              <a:gs pos="80000">
                <a:srgbClr val="DEDEDE"/>
              </a:gs>
              <a:gs pos="100000">
                <a:srgbClr val="999999"/>
              </a:gs>
            </a:gsLst>
            <a:lin ang="16200038" scaled="0"/>
          </a:gra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5" name="Google Shape;55;p10"/>
          <p:cNvSpPr txBox="1"/>
          <p:nvPr>
            <p:ph idx="1" type="body"/>
          </p:nvPr>
        </p:nvSpPr>
        <p:spPr>
          <a:xfrm>
            <a:off x="57150" y="4696825"/>
            <a:ext cx="8382000" cy="446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200"/>
              <a:buNone/>
              <a:defRPr sz="1200">
                <a:solidFill>
                  <a:schemeClr val="lt1"/>
                </a:solidFill>
              </a:defRPr>
            </a:lvl1pPr>
          </a:lstStyle>
          <a:p/>
        </p:txBody>
      </p:sp>
      <p:sp>
        <p:nvSpPr>
          <p:cNvPr id="56" name="Google Shape;56;p10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bg>
      <p:bgPr>
        <a:solidFill>
          <a:schemeClr val="accent4"/>
        </a:solidFill>
      </p:bgPr>
    </p:bg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11"/>
          <p:cNvSpPr txBox="1"/>
          <p:nvPr>
            <p:ph hasCustomPrompt="1" type="title"/>
          </p:nvPr>
        </p:nvSpPr>
        <p:spPr>
          <a:xfrm>
            <a:off x="475500" y="1258525"/>
            <a:ext cx="82221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2000"/>
              <a:buNone/>
              <a:defRPr sz="12000">
                <a:solidFill>
                  <a:schemeClr val="dk2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9" name="Google Shape;59;p11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160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160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160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1600"/>
              </a:spcBef>
              <a:spcAft>
                <a:spcPts val="160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0" name="Google Shape;60;p1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bg>
      <p:bgPr>
        <a:solidFill>
          <a:schemeClr val="accent4"/>
        </a:solidFill>
      </p:bgPr>
    </p:bg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2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material">
    <p:bg>
      <p:bgPr>
        <a:solidFill>
          <a:schemeClr val="dk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3200"/>
              <a:buFont typeface="Roboto"/>
              <a:buNone/>
              <a:defRPr sz="3200">
                <a:solidFill>
                  <a:schemeClr val="lt1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800"/>
              <a:buFont typeface="Roboto"/>
              <a:buChar char="●"/>
              <a:defRPr sz="18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indent="-317500" lvl="1" marL="914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indent="-317500" lvl="2" marL="1371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indent="-317500" lvl="3" marL="18288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indent="-317500" lvl="4" marL="22860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indent="-317500" lvl="5" marL="27432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indent="-317500" lvl="6" marL="32004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●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indent="-317500" lvl="7" marL="3657600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lt2"/>
              </a:buClr>
              <a:buSzPts val="1400"/>
              <a:buFont typeface="Roboto"/>
              <a:buChar char="○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indent="-317500" lvl="8" marL="4114800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lt2"/>
              </a:buClr>
              <a:buSzPts val="1400"/>
              <a:buFont typeface="Roboto"/>
              <a:buChar char="■"/>
              <a:defRPr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523541" y="4695623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1pPr>
            <a:lvl2pPr lvl="1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2pPr>
            <a:lvl3pPr lvl="2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3pPr>
            <a:lvl4pPr lvl="3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4pPr>
            <a:lvl5pPr lvl="4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5pPr>
            <a:lvl6pPr lvl="5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6pPr>
            <a:lvl7pPr lvl="6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7pPr>
            <a:lvl8pPr lvl="7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8pPr>
            <a:lvl9pPr lvl="8" algn="r">
              <a:buNone/>
              <a:defRPr sz="1000">
                <a:solidFill>
                  <a:schemeClr val="lt2"/>
                </a:solidFill>
                <a:latin typeface="Roboto"/>
                <a:ea typeface="Roboto"/>
                <a:cs typeface="Roboto"/>
                <a:sym typeface="Robo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0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2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10.xml"/><Relationship Id="rId3" Type="http://schemas.openxmlformats.org/officeDocument/2006/relationships/hyperlink" Target="http://www.example.com" TargetMode="External"/><Relationship Id="rId4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6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p13"/>
          <p:cNvSpPr txBox="1"/>
          <p:nvPr>
            <p:ph type="ctrTitle"/>
          </p:nvPr>
        </p:nvSpPr>
        <p:spPr>
          <a:xfrm>
            <a:off x="390525" y="1819275"/>
            <a:ext cx="8222100" cy="933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Presentation Title</a:t>
            </a:r>
            <a:endParaRPr/>
          </a:p>
        </p:txBody>
      </p:sp>
      <p:sp>
        <p:nvSpPr>
          <p:cNvPr id="68" name="Google Shape;68;p13"/>
          <p:cNvSpPr txBox="1"/>
          <p:nvPr>
            <p:ph idx="1" type="subTitle"/>
          </p:nvPr>
        </p:nvSpPr>
        <p:spPr>
          <a:xfrm>
            <a:off x="390525" y="2789130"/>
            <a:ext cx="8222100" cy="4329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2400"/>
              <a:t>Presentation Subtitle</a:t>
            </a:r>
            <a:endParaRPr sz="24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2" name="Shape 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3" name="Google Shape;73;p14"/>
          <p:cNvSpPr txBox="1"/>
          <p:nvPr>
            <p:ph type="title"/>
          </p:nvPr>
        </p:nvSpPr>
        <p:spPr>
          <a:xfrm>
            <a:off x="460950" y="2065350"/>
            <a:ext cx="8222100" cy="1012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Section Title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p15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Intro</a:t>
            </a:r>
            <a:endParaRPr/>
          </a:p>
        </p:txBody>
      </p:sp>
      <p:sp>
        <p:nvSpPr>
          <p:cNvPr id="79" name="Google Shape;79;p15"/>
          <p:cNvSpPr txBox="1"/>
          <p:nvPr>
            <p:ph idx="1" type="body"/>
          </p:nvPr>
        </p:nvSpPr>
        <p:spPr>
          <a:xfrm>
            <a:off x="471900" y="1919075"/>
            <a:ext cx="82221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What’s this presentation about? Use this slide to introduce yourself and give a high level overview of the topic you’re about to explain.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6"/>
          <p:cNvSpPr txBox="1"/>
          <p:nvPr>
            <p:ph type="title"/>
          </p:nvPr>
        </p:nvSpPr>
        <p:spPr>
          <a:xfrm>
            <a:off x="471900" y="738725"/>
            <a:ext cx="8222100" cy="767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First point</a:t>
            </a:r>
            <a:endParaRPr/>
          </a:p>
        </p:txBody>
      </p:sp>
      <p:sp>
        <p:nvSpPr>
          <p:cNvPr id="85" name="Google Shape;85;p16"/>
          <p:cNvSpPr txBox="1"/>
          <p:nvPr>
            <p:ph idx="1" type="body"/>
          </p:nvPr>
        </p:nvSpPr>
        <p:spPr>
          <a:xfrm>
            <a:off x="47190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Lorem ipsum dolor sit amet, consectetur adipiscing elit, sed do eiusmod tempor incididunt ut labore et dolore magna aliqua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Incididunt ut labore et dolore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Consectetur adipiscing elit, sed do eiusmod tempor incididunt ut labore et dolore magna aliqua.</a:t>
            </a:r>
            <a:endParaRPr/>
          </a:p>
        </p:txBody>
      </p:sp>
      <p:sp>
        <p:nvSpPr>
          <p:cNvPr id="86" name="Google Shape;86;p16"/>
          <p:cNvSpPr txBox="1"/>
          <p:nvPr>
            <p:ph idx="2" type="body"/>
          </p:nvPr>
        </p:nvSpPr>
        <p:spPr>
          <a:xfrm>
            <a:off x="4694250" y="1919075"/>
            <a:ext cx="3999900" cy="27102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Lorem ipsum dolor sit amet, consectetur adipiscing elit, sed do eiusmod tempor incididunt ut labore et dolore magna aliqua</a:t>
            </a:r>
            <a:endParaRPr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p17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Second point</a:t>
            </a:r>
            <a:endParaRPr/>
          </a:p>
        </p:txBody>
      </p:sp>
      <p:sp>
        <p:nvSpPr>
          <p:cNvPr id="92" name="Google Shape;92;p17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Lorem ipsum dolor sit amet, consectetur adipiscing elit, sed do eiusmod tempor incididunt ut labore et dolore magna aliqua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/>
              <a:t>Incididunt ut labore et dolore</a:t>
            </a:r>
            <a:endParaRPr/>
          </a:p>
          <a:p>
            <a:pPr indent="0" lvl="0" marL="0" rtl="0" algn="l">
              <a:spcBef>
                <a:spcPts val="1600"/>
              </a:spcBef>
              <a:spcAft>
                <a:spcPts val="1600"/>
              </a:spcAft>
              <a:buNone/>
            </a:pPr>
            <a:r>
              <a:rPr lang="en"/>
              <a:t>Consectetur adipiscing elit, sed do eiusmod tempor incididunt ut labore et dolore magna aliqua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6" name="Shape 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7" name="Google Shape;97;p18"/>
          <p:cNvSpPr txBox="1"/>
          <p:nvPr>
            <p:ph type="title"/>
          </p:nvPr>
        </p:nvSpPr>
        <p:spPr>
          <a:xfrm>
            <a:off x="311700" y="1249225"/>
            <a:ext cx="8520600" cy="1890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xx%</a:t>
            </a:r>
            <a:endParaRPr/>
          </a:p>
        </p:txBody>
      </p:sp>
      <p:sp>
        <p:nvSpPr>
          <p:cNvPr id="98" name="Google Shape;98;p18"/>
          <p:cNvSpPr txBox="1"/>
          <p:nvPr>
            <p:ph idx="1" type="body"/>
          </p:nvPr>
        </p:nvSpPr>
        <p:spPr>
          <a:xfrm>
            <a:off x="475500" y="3304625"/>
            <a:ext cx="82221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1600"/>
              </a:spcAft>
              <a:buNone/>
            </a:pPr>
            <a:r>
              <a:rPr lang="en"/>
              <a:t>Use this slide to show a major stat. It can help enforce the presentation’s main message or argument.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1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Final point</a:t>
            </a:r>
            <a:endParaRPr/>
          </a:p>
        </p:txBody>
      </p:sp>
      <p:sp>
        <p:nvSpPr>
          <p:cNvPr id="104" name="Google Shape;104;p19"/>
          <p:cNvSpPr txBox="1"/>
          <p:nvPr>
            <p:ph idx="1" type="subTitle"/>
          </p:nvPr>
        </p:nvSpPr>
        <p:spPr>
          <a:xfrm>
            <a:off x="265500" y="2779467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A one-line description of it</a:t>
            </a:r>
            <a:endParaRPr/>
          </a:p>
        </p:txBody>
      </p:sp>
      <p:pic>
        <p:nvPicPr>
          <p:cNvPr descr="Black and white image of ladder handles coming out of the water onto a floating dock" id="105" name="Google Shape;105;p19"/>
          <p:cNvPicPr preferRelativeResize="0"/>
          <p:nvPr/>
        </p:nvPicPr>
        <p:blipFill rotWithShape="1">
          <a:blip r:embed="rId3">
            <a:alphaModFix/>
          </a:blip>
          <a:srcRect b="2669" l="27777" r="9108" t="2669"/>
          <a:stretch/>
        </p:blipFill>
        <p:spPr>
          <a:xfrm>
            <a:off x="5355300" y="1069050"/>
            <a:ext cx="3005395" cy="300539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9" name="Shape 1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Google Shape;110;p20"/>
          <p:cNvSpPr txBox="1"/>
          <p:nvPr>
            <p:ph idx="4294967295" type="title"/>
          </p:nvPr>
        </p:nvSpPr>
        <p:spPr>
          <a:xfrm>
            <a:off x="773700" y="1663450"/>
            <a:ext cx="7596600" cy="7617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">
                <a:solidFill>
                  <a:schemeClr val="lt2"/>
                </a:solidFill>
              </a:rPr>
              <a:t>“This is a super-important quote”</a:t>
            </a:r>
            <a:endParaRPr>
              <a:solidFill>
                <a:schemeClr val="lt2"/>
              </a:solidFill>
            </a:endParaRPr>
          </a:p>
        </p:txBody>
      </p:sp>
      <p:cxnSp>
        <p:nvCxnSpPr>
          <p:cNvPr id="111" name="Google Shape;111;p20"/>
          <p:cNvCxnSpPr/>
          <p:nvPr/>
        </p:nvCxnSpPr>
        <p:spPr>
          <a:xfrm>
            <a:off x="4295550" y="2693400"/>
            <a:ext cx="552900" cy="0"/>
          </a:xfrm>
          <a:prstGeom prst="straightConnector1">
            <a:avLst/>
          </a:prstGeom>
          <a:noFill/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12" name="Google Shape;112;p20"/>
          <p:cNvSpPr txBox="1"/>
          <p:nvPr>
            <p:ph idx="4294967295" type="body"/>
          </p:nvPr>
        </p:nvSpPr>
        <p:spPr>
          <a:xfrm>
            <a:off x="773700" y="2961650"/>
            <a:ext cx="7596600" cy="518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"/>
              <a:t>- From an expert</a:t>
            </a:r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p21"/>
          <p:cNvSpPr txBox="1"/>
          <p:nvPr>
            <p:ph type="title"/>
          </p:nvPr>
        </p:nvSpPr>
        <p:spPr>
          <a:xfrm>
            <a:off x="490250" y="488250"/>
            <a:ext cx="62271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4800"/>
              <a:t>This is the most important takeaway that everyone has to remember.</a:t>
            </a:r>
            <a:endParaRPr sz="4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22"/>
          <p:cNvSpPr txBox="1"/>
          <p:nvPr>
            <p:ph type="title"/>
          </p:nvPr>
        </p:nvSpPr>
        <p:spPr>
          <a:xfrm>
            <a:off x="226078" y="357800"/>
            <a:ext cx="2808000" cy="953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3000"/>
              <a:t>Thanks!</a:t>
            </a:r>
            <a:endParaRPr sz="3000"/>
          </a:p>
        </p:txBody>
      </p:sp>
      <p:sp>
        <p:nvSpPr>
          <p:cNvPr id="123" name="Google Shape;123;p22"/>
          <p:cNvSpPr txBox="1"/>
          <p:nvPr>
            <p:ph idx="1" type="body"/>
          </p:nvPr>
        </p:nvSpPr>
        <p:spPr>
          <a:xfrm>
            <a:off x="226075" y="1465800"/>
            <a:ext cx="2808000" cy="3163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Contact us: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Your Company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123 Your Street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Your City, ST 12345</a:t>
            </a:r>
            <a:endParaRPr sz="1400"/>
          </a:p>
          <a:p>
            <a:pPr indent="0" lvl="0" marL="0" rtl="0" algn="l">
              <a:spcBef>
                <a:spcPts val="1600"/>
              </a:spcBef>
              <a:spcAft>
                <a:spcPts val="0"/>
              </a:spcAft>
              <a:buNone/>
            </a:pPr>
            <a:r>
              <a:rPr lang="en" sz="1400"/>
              <a:t>no_reply@example.com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 u="sng">
                <a:hlinkClick r:id="rId3"/>
              </a:rPr>
              <a:t>www.example.com</a:t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4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" sz="1400"/>
              <a:t> </a:t>
            </a:r>
            <a:endParaRPr sz="1400"/>
          </a:p>
        </p:txBody>
      </p:sp>
      <p:pic>
        <p:nvPicPr>
          <p:cNvPr descr="Black and white upward shot of Golden Gate Bridge" id="124" name="Google Shape;124;p22"/>
          <p:cNvPicPr preferRelativeResize="0"/>
          <p:nvPr/>
        </p:nvPicPr>
        <p:blipFill rotWithShape="1">
          <a:blip r:embed="rId4">
            <a:alphaModFix/>
          </a:blip>
          <a:srcRect b="0" l="19072" r="4854" t="10"/>
          <a:stretch/>
        </p:blipFill>
        <p:spPr>
          <a:xfrm>
            <a:off x="3274676" y="0"/>
            <a:ext cx="5869325" cy="514350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aterial">
  <a:themeElements>
    <a:clrScheme name="Material">
      <a:dk1>
        <a:srgbClr val="4285F4"/>
      </a:dk1>
      <a:lt1>
        <a:srgbClr val="FFFFFF"/>
      </a:lt1>
      <a:dk2>
        <a:srgbClr val="424242"/>
      </a:dk2>
      <a:lt2>
        <a:srgbClr val="737373"/>
      </a:lt2>
      <a:accent1>
        <a:srgbClr val="0277BD"/>
      </a:accent1>
      <a:accent2>
        <a:srgbClr val="0F9D58"/>
      </a:accent2>
      <a:accent3>
        <a:srgbClr val="DB4437"/>
      </a:accent3>
      <a:accent4>
        <a:srgbClr val="FAFAFA"/>
      </a:accent4>
      <a:accent5>
        <a:srgbClr val="4FC3F7"/>
      </a:accent5>
      <a:accent6>
        <a:srgbClr val="F4B400"/>
      </a:accent6>
      <a:hlink>
        <a:srgbClr val="4FC3F7"/>
      </a:hlink>
      <a:folHlink>
        <a:srgbClr val="4FC3F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