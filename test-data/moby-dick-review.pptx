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5" Type="http://schemas.openxmlformats.org/officeDocument/2006/relationships/slide" Target="slides/slide6.xml"/><Relationship Id="rId16" Type="http://schemas.openxmlformats.org/officeDocument/2006/relationships/font" Target="fonts/Roboto-regular.fntdata"/><Relationship Id="rId17" Type="http://schemas.openxmlformats.org/officeDocument/2006/relationships/font" Target="fonts/Roboto-bold.fntdata"/><Relationship Id="rId18" Type="http://schemas.openxmlformats.org/officeDocument/2006/relationships/font" Target="fonts/Roboto-italic.fntdata"/><Relationship Id="rId19" Type="http://schemas.openxmlformats.org/officeDocument/2006/relationships/font" Target="fonts/Robo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c6f73a04f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c6f73a04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ww.example.com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Mocy Dick Review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A short paraody deck based on the mock 1851 takedown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The Complaint in One Line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The Core Grievance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>This reviewer thinks Melville took a whale chase and inflated it into a lecture.</a:t>
            </a:r>
            <a:br/>
            <a:r>
              <a:t>The result: too many digressions, too much symbolism, and not enough plain storytelling.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Main Charges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Too much whale scholarship</a:t>
            </a:r>
            <a:br/>
            <a:r>
              <a:t>Too much theatrical prose</a:t>
            </a:r>
            <a:br/>
            <a:r>
              <a:t>Too little trust in simple adventure</a:t>
            </a:r>
            <a:endParaRPr/>
          </a:p>
        </p:txBody>
      </p:sp>
      <p:sp>
        <p:nvSpPr>
          <p:cNvPr id="86" name="Google Shape;86;p16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>Ahab is treated as determined, not mad</a:t>
            </a:r>
            <a:br/>
            <a:r>
              <a:t>The whale is "just a whale"</a:t>
            </a:r>
            <a:br/>
            <a:r>
              <a:t>The reader leaves exhausted, not enlightened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Final Verdict</a:t>
            </a:r>
            <a:endParaRPr sz="3000"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Ambitious? Yes.</a:t>
            </a:r>
            <a:br/>
            <a:r>
              <a:t>Successful? Not according to this reviewer.</a:t>
            </a:r>
            <a:br/>
            <a:r>
              <a:t>Best summary: a grand, overworked book about a whale that needed less philosophy and more restraint.</a:t>
            </a:r>
            <a:endParaRPr sz="1400"/>
          </a:p>
        </p:txBody>
      </p:sp>
      <p:pic>
        <p:nvPicPr>
          <p:cNvPr descr="Black and white upward shot of Golden Gate Bridge" id="124" name="Google Shape;124;p22"/>
          <p:cNvPicPr preferRelativeResize="0"/>
          <p:nvPr/>
        </p:nvPicPr>
        <p:blipFill rotWithShape="1">
          <a:blip r:embed="rId4">
            <a:alphaModFix/>
          </a:blip>
          <a:srcRect b="0" l="19072" r="4854" t="10"/>
          <a:stretch/>
        </p:blipFill>
        <p:spPr>
          <a:xfrm>
            <a:off x="3274676" y="0"/>
            <a:ext cx="5869325" cy="5143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