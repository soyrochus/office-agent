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Alpha launch overview</a:t>
            </a:r>
          </a:p>
          <a:p>
            <a:r>
              <a:t>Supplier shall present the rollout plan.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Secondary text frame</a:t>
            </a:r>
          </a:p>
        </p:txBody>
      </p:sp>
      <p:sp>
        <p:nvSpPr>
          <p:cNvPr id="5" name="Chevron 4"/>
          <p:cNvSpPr/>
          <p:nvPr/>
        </p:nvSpPr>
        <p:spPr>
          <a:xfrm>
            <a:off x="5486400" y="1645920"/>
            <a:ext cx="2011680" cy="118872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5029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Editable speaker notes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Budget variance requires review.</a:t>
            </a:r>
          </a:p>
          <a:p>
            <a:r>
              <a:t>Policy refusals must be explicit.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